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Any-to-any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Hub, não matriz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Qualidade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Portões calibrados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